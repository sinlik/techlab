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D13"/>
    <a:srgbClr val="D9C969"/>
    <a:srgbClr val="2ACDEE"/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8EAE-03BC-80DC-25B8-3578A9A3A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06FBB-A512-EA49-25F7-CB5E28F3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1907-3EEA-04D9-2896-46E2CDDA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A767-82D4-9D52-D0DB-51F5080E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6F701-B154-F0F3-52C9-7B5B5975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6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2AC0-C9B0-5E40-D704-8965086B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7203-1ADD-931F-EE85-CF402BE6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FD4E8-4B5B-D74D-B284-71BE4D4A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A39F7-7C72-8121-6A57-9F7F88F0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89755-9492-87EC-8E5E-566E4D98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1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7845-67FA-5022-B748-5F20DE4F9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607C6-314E-97A9-78EB-3654E1639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4CE7-DF27-6B97-DB81-6DC1951D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8CCE5-056D-FC9F-F1BD-992BE771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2ECC-DE31-9DBC-DCAD-00622B58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3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CAAC-959B-4289-DF7D-6142005F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0C5F-2FCC-EA9D-3AFB-830E85F11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FA5E-F289-E443-AB21-DB5154C0E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866DE-C559-410E-1E61-16B91400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5E9B4-CAF6-F94A-68C3-1D073040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BD728-D03A-D1DB-1A39-227ED54B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4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A058-9629-21EE-A94E-C2AF1778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B4EF4-04FC-6F21-5D8A-3A257DC71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EFDD2-85FB-73A0-10C4-6ABCB78A7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58748-81A3-7491-E8BB-DCE29A74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5533A-00DD-3972-F02F-88005ADE1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AB5ED-AE4E-FC98-BD12-D0758C85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FB017-12D7-CC2B-3294-95A99B08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01BCB-F5DC-ED95-259D-63222671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8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5D89-6B0E-B617-8960-ACA74DD3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532CD-083C-6762-6C32-C8443DCC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79759-A562-D559-69CD-2BF84B0B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3562C-7713-B223-CC42-570558AA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61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09191-7ED2-B2EC-CB38-A5B6E377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6FFCF-4B36-71E8-B063-0BDCD38D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DC71-70E1-C15A-C652-244AE323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6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C995-E7AA-BAD1-6B79-F552D796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6628-5878-F185-5875-41AC6AE1C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8F420-1798-AE3B-B3E8-E4FCC8EEA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05FAF-7E37-64D1-EAB8-899F0376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712B9-F391-99D4-85D2-06E63E7C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57A76-2A3C-EDFF-DFAE-47F26C45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8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3FF1-01D5-F818-2DB8-F051B41B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474F30-3FAF-1C0E-1D4E-AFAA338AB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1A73C-BA00-7229-726C-896E5CA12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BAA7E-FAFB-7358-CE51-EFEE3627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A5778-1237-E15B-C7AE-AE09087E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297EB-8246-C84A-CAA0-11A9F421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3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3C6B-F277-2DFC-E011-6FA4A895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0D5BB-52B0-B2C2-8862-9E9D8C488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7CFB-2EEF-F129-944B-FBA6F3C3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5AEB3-DDD3-6E11-4B3C-B0429406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EEA7-90D5-B064-A4AA-577D607D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0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8FBB2-7F0F-C367-1A09-B23B2CF8A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85A05-DF41-2B0B-97AA-6DF8BFCF0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38F70-1924-D937-4FC7-2B54E3CB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7B50-A4D7-18FF-EA5D-0B83EB5A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CF028-42F3-26DE-A1A7-8595D6F4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7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1711E-F3D1-D31D-B233-9692B011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5C494-F5AB-1F97-926E-CC5769AD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9C23D-B23E-3BF7-0200-7B8EC933B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E5586-E916-4249-9069-29804653085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FEE80-0E0D-C3EF-0668-321888D47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8696C-E925-BF1F-5F90-132433787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CC459-FB21-4076-ABBC-465A371AA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BFE415-BD6B-8D95-3D42-A04DDAF95120}"/>
              </a:ext>
            </a:extLst>
          </p:cNvPr>
          <p:cNvSpPr/>
          <p:nvPr/>
        </p:nvSpPr>
        <p:spPr>
          <a:xfrm>
            <a:off x="1227221" y="1307432"/>
            <a:ext cx="9512968" cy="2662989"/>
          </a:xfrm>
          <a:prstGeom prst="rect">
            <a:avLst/>
          </a:prstGeom>
          <a:solidFill>
            <a:srgbClr val="2ACD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9F8721-3936-2C9E-91CD-804DCE56F4F9}"/>
              </a:ext>
            </a:extLst>
          </p:cNvPr>
          <p:cNvSpPr/>
          <p:nvPr/>
        </p:nvSpPr>
        <p:spPr>
          <a:xfrm>
            <a:off x="1219200" y="2855495"/>
            <a:ext cx="9512968" cy="1114926"/>
          </a:xfrm>
          <a:prstGeom prst="rect">
            <a:avLst/>
          </a:prstGeom>
          <a:solidFill>
            <a:srgbClr val="D9C9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455C86-DAFB-3A73-C6F7-A48A32275821}"/>
              </a:ext>
            </a:extLst>
          </p:cNvPr>
          <p:cNvSpPr/>
          <p:nvPr/>
        </p:nvSpPr>
        <p:spPr>
          <a:xfrm>
            <a:off x="1812758" y="3015916"/>
            <a:ext cx="641684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7A99F9-868F-F880-859F-E6F554A38F10}"/>
              </a:ext>
            </a:extLst>
          </p:cNvPr>
          <p:cNvSpPr/>
          <p:nvPr/>
        </p:nvSpPr>
        <p:spPr>
          <a:xfrm>
            <a:off x="5319772" y="2158079"/>
            <a:ext cx="440550" cy="4283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C33A3D-4A2B-F903-C7AF-C34E9696DD5D}"/>
              </a:ext>
            </a:extLst>
          </p:cNvPr>
          <p:cNvSpPr/>
          <p:nvPr/>
        </p:nvSpPr>
        <p:spPr>
          <a:xfrm>
            <a:off x="4377225" y="1729672"/>
            <a:ext cx="641684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E5D1F-F46A-257D-D74D-9416081F275F}"/>
              </a:ext>
            </a:extLst>
          </p:cNvPr>
          <p:cNvSpPr/>
          <p:nvPr/>
        </p:nvSpPr>
        <p:spPr>
          <a:xfrm>
            <a:off x="3391391" y="2432649"/>
            <a:ext cx="85053" cy="996351"/>
          </a:xfrm>
          <a:prstGeom prst="rect">
            <a:avLst/>
          </a:prstGeom>
          <a:solidFill>
            <a:srgbClr val="857D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B2A6F6-198E-2D22-5365-5433469CB229}"/>
              </a:ext>
            </a:extLst>
          </p:cNvPr>
          <p:cNvSpPr/>
          <p:nvPr/>
        </p:nvSpPr>
        <p:spPr>
          <a:xfrm>
            <a:off x="4830793" y="2432649"/>
            <a:ext cx="85053" cy="996351"/>
          </a:xfrm>
          <a:prstGeom prst="rect">
            <a:avLst/>
          </a:prstGeom>
          <a:solidFill>
            <a:srgbClr val="857D1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8B2A64-6A7F-EE34-FC51-4D37D81DB7DB}"/>
              </a:ext>
            </a:extLst>
          </p:cNvPr>
          <p:cNvSpPr/>
          <p:nvPr/>
        </p:nvSpPr>
        <p:spPr>
          <a:xfrm>
            <a:off x="3476444" y="2432649"/>
            <a:ext cx="1354349" cy="1811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F49D76-47C0-E5EA-FF80-0AC901BD6AA5}"/>
              </a:ext>
            </a:extLst>
          </p:cNvPr>
          <p:cNvCxnSpPr/>
          <p:nvPr/>
        </p:nvCxnSpPr>
        <p:spPr>
          <a:xfrm>
            <a:off x="5529532" y="2605178"/>
            <a:ext cx="0" cy="543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491707-F22E-8991-0A18-4ACC5F7C77CA}"/>
              </a:ext>
            </a:extLst>
          </p:cNvPr>
          <p:cNvCxnSpPr/>
          <p:nvPr/>
        </p:nvCxnSpPr>
        <p:spPr>
          <a:xfrm flipH="1">
            <a:off x="5244860" y="3157268"/>
            <a:ext cx="295187" cy="255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0AE97E-80AC-51BE-2CA8-EBEFA58F181F}"/>
              </a:ext>
            </a:extLst>
          </p:cNvPr>
          <p:cNvCxnSpPr/>
          <p:nvPr/>
        </p:nvCxnSpPr>
        <p:spPr>
          <a:xfrm>
            <a:off x="5540047" y="3148642"/>
            <a:ext cx="291410" cy="280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56441C-D129-30A7-F88E-A734CF2BDA0D}"/>
              </a:ext>
            </a:extLst>
          </p:cNvPr>
          <p:cNvCxnSpPr/>
          <p:nvPr/>
        </p:nvCxnSpPr>
        <p:spPr>
          <a:xfrm flipH="1" flipV="1">
            <a:off x="5244860" y="2638926"/>
            <a:ext cx="295187" cy="291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7858D6-B253-A198-801C-3B33B2454443}"/>
              </a:ext>
            </a:extLst>
          </p:cNvPr>
          <p:cNvCxnSpPr/>
          <p:nvPr/>
        </p:nvCxnSpPr>
        <p:spPr>
          <a:xfrm flipH="1" flipV="1">
            <a:off x="5244860" y="2605178"/>
            <a:ext cx="295187" cy="172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091292D-00C8-38F6-B6B0-2E0EB428B7CD}"/>
              </a:ext>
            </a:extLst>
          </p:cNvPr>
          <p:cNvSpPr/>
          <p:nvPr/>
        </p:nvSpPr>
        <p:spPr>
          <a:xfrm>
            <a:off x="2612672" y="2193304"/>
            <a:ext cx="440550" cy="4283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210CA5-106D-901D-4784-2F3E1571BA7A}"/>
              </a:ext>
            </a:extLst>
          </p:cNvPr>
          <p:cNvCxnSpPr>
            <a:stCxn id="25" idx="4"/>
          </p:cNvCxnSpPr>
          <p:nvPr/>
        </p:nvCxnSpPr>
        <p:spPr>
          <a:xfrm>
            <a:off x="2832947" y="2621673"/>
            <a:ext cx="13770" cy="457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BA118B-EFD8-691E-BC17-C00183FDAC72}"/>
              </a:ext>
            </a:extLst>
          </p:cNvPr>
          <p:cNvCxnSpPr/>
          <p:nvPr/>
        </p:nvCxnSpPr>
        <p:spPr>
          <a:xfrm flipH="1">
            <a:off x="2708694" y="3015916"/>
            <a:ext cx="124253" cy="269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988C98-C105-462C-1650-AC755762627C}"/>
              </a:ext>
            </a:extLst>
          </p:cNvPr>
          <p:cNvCxnSpPr/>
          <p:nvPr/>
        </p:nvCxnSpPr>
        <p:spPr>
          <a:xfrm>
            <a:off x="2846717" y="3079630"/>
            <a:ext cx="206505" cy="2410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BC3C6A-33BC-66CF-4F3F-93AEDFB671A8}"/>
              </a:ext>
            </a:extLst>
          </p:cNvPr>
          <p:cNvCxnSpPr/>
          <p:nvPr/>
        </p:nvCxnSpPr>
        <p:spPr>
          <a:xfrm flipV="1">
            <a:off x="2839832" y="2777706"/>
            <a:ext cx="334689" cy="72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D3C0B2-A5F6-EF60-FDB1-5ECFB70DA40E}"/>
              </a:ext>
            </a:extLst>
          </p:cNvPr>
          <p:cNvCxnSpPr/>
          <p:nvPr/>
        </p:nvCxnSpPr>
        <p:spPr>
          <a:xfrm flipV="1">
            <a:off x="2832947" y="2638926"/>
            <a:ext cx="220275" cy="52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Noam Wolf</dc:creator>
  <cp:lastModifiedBy>Noam Wolf</cp:lastModifiedBy>
  <cp:revision>1</cp:revision>
  <dcterms:created xsi:type="dcterms:W3CDTF">2026-05-27T11:42:36Z</dcterms:created>
  <dcterms:modified xsi:type="dcterms:W3CDTF">2026-05-27T11:43:05Z</dcterms:modified>
</cp:coreProperties>
</file>